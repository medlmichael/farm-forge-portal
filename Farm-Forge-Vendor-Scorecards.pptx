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Farm &amp; Forge Vendor Scorecards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Service-by-service status, weighted score, and summary</a:t>
            </a:r>
          </a:p>
          <a:p>
            <a:r>
              <a:t>Generated from vendor-scorecards.ts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EZFacility — conditional-fit (reviewed) | Weighted score: 3.85/5</a:t>
            </a:r>
          </a:p>
          <a:p>
            <a:pPr>
              <a:defRPr sz="1600"/>
            </a:pPr>
            <a:r>
              <a:t>2. Mastery (Instructure) — conditional-fit (reviewed) | Weighted score: 2.35/5</a:t>
            </a:r>
          </a:p>
          <a:p>
            <a:pPr>
              <a:defRPr sz="1600"/>
            </a:pPr>
            <a:r>
              <a:t>3. ParentSquare — conditional-fit (reviewed) | Weighted score: 2.45/5</a:t>
            </a:r>
          </a:p>
          <a:p>
            <a:pPr>
              <a:defRPr sz="1600"/>
            </a:pPr>
            <a:r>
              <a:t>4. CourtReserve — conditional-fit (reviewed) | Weighted score: 4.1/5</a:t>
            </a:r>
          </a:p>
          <a:p>
            <a:pPr>
              <a:defRPr sz="1600"/>
            </a:pPr>
            <a:r>
              <a:t>5. Exercise.com — pending-review (in-progress)</a:t>
            </a:r>
          </a:p>
          <a:p>
            <a:pPr>
              <a:defRPr sz="1600"/>
            </a:pPr>
            <a:r>
              <a:t>6. Mindbody — conditional-fit (reviewed) | Weighted score: 3.7/5</a:t>
            </a:r>
          </a:p>
          <a:p>
            <a:pPr>
              <a:defRPr sz="1600"/>
            </a:pPr>
            <a:r>
              <a:t>7. Teamworks — pending-review (in-progress)</a:t>
            </a:r>
          </a:p>
          <a:p>
            <a:pPr>
              <a:defRPr sz="1600"/>
            </a:pPr>
            <a:r>
              <a:t>8. Waresport — pending-review (pending)</a:t>
            </a:r>
          </a:p>
          <a:p>
            <a:pPr>
              <a:defRPr sz="1600"/>
            </a:pPr>
            <a:r>
              <a:t>9. Jonas Club — conditional-fit (trial-pending)</a:t>
            </a:r>
          </a:p>
          <a:p>
            <a:pPr>
              <a:defRPr sz="1600"/>
            </a:pPr>
            <a:r>
              <a:t>10. TeamBuildr OS — pending-review (hands-on-trial)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EZFacility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reviewed    |    Recommended Role: hybrid-layer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Strong business operations platform. Needs integrations for two-way communication and richer athlete analytics.</a:t>
            </a:r>
          </a:p>
          <a:p>
            <a:pPr>
              <a:defRPr sz="1500" b="1"/>
            </a:pPr>
            <a:r>
              <a:t>Weighted Score: 3.85/5 (77/100)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914400"/>
                <a:gridCol w="731520"/>
                <a:gridCol w="521208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Supports onboarding/registration/waivers.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Scheduling + court booking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Supports conflicts, waitlists, recurring programs.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One-way only natively; two-way via API + third-party integration.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Billing/subscriptions +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operations support.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Role depth depends on selected package tier.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Business-management focused; limited athlete-management analytics.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Mastery (Instructure)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reviewed    |    Recommended Role: academic-layer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Best used as an education/performance layer, not a full replacement for Club Automation operations.</a:t>
            </a:r>
          </a:p>
          <a:p>
            <a:pPr>
              <a:defRPr sz="1500" b="1"/>
            </a:pPr>
            <a:r>
              <a:t>Weighted Score: 2.35/5 (47/100)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914400"/>
                <a:gridCol w="731520"/>
                <a:gridCol w="521208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intended for onboarding/waiver workflows.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Scheduling + court booking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a booking/scheduling platform.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Limited direct communication focus.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Billing/subscriptions +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native billing/subscription management for club operations.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Has institutional roles, but different model than club ops roles.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academic/performance mastery reporting.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ParentSquare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reviewed    |    Recommended Role: comms-layer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Best used as a communication layer alongside operations tooling; not a full Club Automation replacement.</a:t>
            </a:r>
          </a:p>
          <a:p>
            <a:pPr>
              <a:defRPr sz="1500" b="1"/>
            </a:pPr>
            <a:r>
              <a:t>Weighted Score: 2.45/5 (49/100)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914400"/>
                <a:gridCol w="731520"/>
                <a:gridCol w="521208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built as primary registration/waiver platform.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Scheduling + court booking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a booking/court scheduling engine.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parent communication/inbox capabilities.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Billing/subscriptions +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focused on billing/subscription operations.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Supports role-based communication admin workflows.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Useful communication analytics; limited athletic/performance analytics.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CourtReserve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reviewed    |    Recommended Role: core-ops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Promising core operations candidate with mature onboarding and reporting. Keep as conditional pending trial validation on communication workflows, booking edge cases, role granularity, and API/webhook limits before final selection.</a:t>
            </a:r>
          </a:p>
          <a:p>
            <a:pPr>
              <a:defRPr sz="1500" b="1"/>
            </a:pPr>
            <a:r>
              <a:t>Weighted Score: 4.1/5 (82/100)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914400"/>
                <a:gridCol w="731520"/>
                <a:gridCol w="521208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native support for waivers, memberships, packages, and member import with guided onboarding (30–60 days).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Scheduling + court booking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Booking restrictions are configurable; fit looks strong for court and resource operations.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Supports email, text, and push notifications; depth of two-way communication should be validated in trial.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Billing/subscriptions +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Integrated billing with financial reporting, plus payment integrations (Stripe and SafeSave).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Admin users and operational controls are clearly supported.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Platform includes reporting plus billing/financial reports and waiver tracking reports.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51B5"/>
                </a:solidFill>
              </a:defRPr>
            </a:pPr>
            <a:r>
              <a:t>Status: pending-review    |    Phase: in-progress    |    Recommended Role: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Demo request submitted; awaiting follow-up and product walkthrough for scoring.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Scoring rows not yet available for this service.</a:t>
            </a:r>
          </a:p>
          <a:p>
            <a:r>
              <a:t>Recommended next step: complete demo/trial and score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reviewed    |    Recommended Role: hybrid-layer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Strong for fitness/wellness and marketplace exposure (3.7M+ users), marketing automation, and reporting. Weak on court booking and multi-waiver; expensive at scale; data owned by Mindbody.</a:t>
            </a:r>
          </a:p>
          <a:p>
            <a:pPr>
              <a:defRPr sz="1500" b="1"/>
            </a:pPr>
            <a:r>
              <a:t>Weighted Score: 3.7/5 (74/100)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914400"/>
                <a:gridCol w="731520"/>
                <a:gridCol w="5212080"/>
              </a:tblGrid>
              <a:tr h="509451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Member onboarding + registration + waivers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Only one default waiver at sign-up; limits multi-sport compliance.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Scheduling + court booking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built for court-based sports like tennis — no native court booking.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Parent/athlete communication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Strong marketing automation: email, SMS, push notifications.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Billing/subscriptions + refunds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support for billing, subscriptions, and refund edge cases.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roles/permissions + 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Staff permissions and roles supported; auditability available.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Robust revenue, attendance, retention dashboards; API + integrations (QuickBooks, Zapier, Google Analytics, Stripe).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51B5"/>
                </a:solidFill>
              </a:defRPr>
            </a:pPr>
            <a:r>
              <a:t>Status: pending-review    |    Phase: in-progress    |    Recommended Role: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Submitted request; waiting for product fit details.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Scoring rows not yet available for this service.</a:t>
            </a:r>
          </a:p>
          <a:p>
            <a:r>
              <a:t>Recommended next step: complete demo/trial and score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Waresport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51B5"/>
                </a:solidFill>
              </a:defRPr>
            </a:pPr>
            <a:r>
              <a:t>Status: pending-review    |    Phase: pending    |    Recommended Role: 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Pending available trial slot.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Scoring rows not yet available for this service.</a:t>
            </a:r>
          </a:p>
          <a:p>
            <a:r>
              <a:t>Recommended next step: complete demo/trial and score categories.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Jonas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6D00"/>
                </a:solidFill>
              </a:defRPr>
            </a:pPr>
            <a:r>
              <a:t>Status: conditional-fit    |    Phase: trial-pending    |    Recommended Role: core-ops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Demo requested via schedule form (rutvi@medlmobile.com). Awaiting sales contact to complete guided product eval. Core-ops fit pending validation of scheduling, memberships, billing, reporting, and integrations. No self-serve trial found.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Scoring rows not yet available for this service.</a:t>
            </a:r>
          </a:p>
          <a:p>
            <a:r>
              <a:t>Recommended next step: complete demo/trial and score categories.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TeamBuildr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F51B5"/>
                </a:solidFill>
              </a:defRPr>
            </a:pPr>
            <a:r>
              <a:t>Status: pending-review    |    Phase: hands-on-trial    |    Recommended Role: performance-layer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Summary: Self-serve trial started (rutvi@medlmobile.com). Reached onboarding with business name Farm &amp; Forge Club. Next: finish onboarding and score core workflows (booking, memberships, payments, reporting, admin UX). Performance-ops candidate.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1556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Scoring rows not yet available for this service.</a:t>
            </a:r>
          </a:p>
          <a:p>
            <a:r>
              <a:t>Recommended next step: complete demo/trial and score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